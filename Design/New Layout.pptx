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107D-6344-77C4-91EB-4BD9B2F50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D8B9C-3933-0A1D-E760-063AE858D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46926-61D2-D660-E48C-3470D009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CA5FC-A9CB-A84D-B60C-5717F0046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FF1C9-94B6-2380-18F7-45F2EBFE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7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8777D-3E9F-1D3C-1522-8460A1DC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A5D9-0DA2-C46F-B84D-2D58D45AD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065DE-D718-69C0-4483-78091EEB0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482E-04AA-A759-EDF8-5289072E8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3CFEC-1D64-772C-898B-76B9B80D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84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ABE1-1145-9741-B417-4D8DD779A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53B69-FA3A-D688-5E2A-F0627E44C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41307-5DD2-0A4B-73FE-C20A26F95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C09D6-C512-DBD1-2C25-00B3F8802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2D536-B8AA-2ED0-8897-42795C7C9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5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77F46-9221-ECC4-C048-91A70903E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F12D2-5205-67B8-99C5-0B642BA88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5BEEC-AC72-63D8-ADB8-62CD53414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E58181-4CB5-E7F2-8020-37E7476E1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7C2DC-461E-042C-3117-53B9A275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A75AA-AAA7-C069-097F-DB5FDC279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8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A133-CDAC-5BC6-EF4D-25D43F2DB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78608-67FB-7E21-CDEC-635D242F7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CD547-0375-69C0-A517-753E6A41C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BF83A-8325-BA7C-C498-79F149E95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FB941-3160-E326-2693-C52A4DD61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34B6DB-6D3D-723F-5552-16EF8DFE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C4F062-2DEA-F229-62D1-1DB10CA92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8FB2F-9EC7-7AE2-16CA-6AF7EEAC3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8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DE8B9-F019-B6AC-C79A-7B546AFC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5827CF-F7C0-BA07-42B7-E9EC1C55B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B9D26-7A8C-CC91-B3B2-412F7C051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F01AE-68BA-AF23-8816-45D596CDF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30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399FB-10D2-8D81-4CD3-F3ABF800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896C2-BC88-D2EF-24E9-A8A0C6FD4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A0C1D-C593-D977-C9AA-AED1FAF7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5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C60B-98D8-F310-0C52-6791DBD4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B82E5-9807-EE91-D040-1334B97DF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06B12-69FE-0565-9274-809240EF0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3798E-11B4-7827-0BE7-BB3C3509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20A00-FB10-8F4F-D4CE-359994EA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315D8-80F6-DADA-9457-FA17846F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26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C961-7D89-3AEE-E341-DB911B0D7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EA845-DFEB-940C-3757-2CB4D4DDA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520D6-4320-59F5-2F0A-F6C20CA3C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238F6-B928-8BEC-9BA5-73E95C370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298F-231F-60F9-E4E9-0AA55AF5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C28D6-3313-C79C-8F32-1E5A84F47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1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1357A-7217-ECF9-4573-615983874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11ADB-01B8-6F04-C0C2-292900B242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92A3-8C75-6809-C6DD-9A28D0670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1BCE5-52D8-E569-1FDC-8BD8EF3D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727A4-EA85-C74F-527C-952740C9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43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F4F005-57E1-E6B7-BC35-F9A70D784F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1C712-DC03-4EE2-3F17-9CB721B27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C852E-E95A-3825-5348-23D1379E4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E2722-C44E-802C-9DE9-6DE4D73B3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8E479-4C46-A336-F5B9-7A6149AD0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7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A9DC4-7BFD-0967-3310-26898F08A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AF44C-A1F8-8EF6-7640-C0DB29FC7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C0921-6548-8852-38BA-A8D3C6B57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F8408-935D-D648-9E4D-4190C5BF43C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3A3A2-0DAA-16CE-A118-6282E1F18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9FD7A-8342-742A-9AB4-9913CDE32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1A295-A3A8-B642-A210-F698CA999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776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72BA6A-6DE4-3C9D-1C90-B9E259C9A787}"/>
              </a:ext>
            </a:extLst>
          </p:cNvPr>
          <p:cNvSpPr txBox="1"/>
          <p:nvPr/>
        </p:nvSpPr>
        <p:spPr>
          <a:xfrm>
            <a:off x="578576" y="3694949"/>
            <a:ext cx="15134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Namespace</a:t>
            </a:r>
          </a:p>
          <a:p>
            <a:r>
              <a:rPr lang="en-US" dirty="0"/>
              <a:t>Manager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39CF71-AE68-F579-BD89-6A5FD0A1525D}"/>
              </a:ext>
            </a:extLst>
          </p:cNvPr>
          <p:cNvSpPr txBox="1"/>
          <p:nvPr/>
        </p:nvSpPr>
        <p:spPr>
          <a:xfrm>
            <a:off x="606870" y="638961"/>
            <a:ext cx="141058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NameSpace</a:t>
            </a:r>
            <a:r>
              <a:rPr lang="en-US" sz="1200" dirty="0"/>
              <a:t> Pulldown selector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318CA-A6BF-1C36-B520-8B3E73050E79}"/>
              </a:ext>
            </a:extLst>
          </p:cNvPr>
          <p:cNvSpPr txBox="1"/>
          <p:nvPr/>
        </p:nvSpPr>
        <p:spPr>
          <a:xfrm>
            <a:off x="578576" y="4452070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Reports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3989F2-DF2E-F4F0-0A2D-4DB823587EA9}"/>
              </a:ext>
            </a:extLst>
          </p:cNvPr>
          <p:cNvSpPr txBox="1"/>
          <p:nvPr/>
        </p:nvSpPr>
        <p:spPr>
          <a:xfrm>
            <a:off x="585245" y="1691003"/>
            <a:ext cx="14538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AI Assist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0624BC-F58C-16E9-911F-86991567A4A9}"/>
              </a:ext>
            </a:extLst>
          </p:cNvPr>
          <p:cNvSpPr txBox="1"/>
          <p:nvPr/>
        </p:nvSpPr>
        <p:spPr>
          <a:xfrm>
            <a:off x="606870" y="1181904"/>
            <a:ext cx="14970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Policy Editor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2AA4E0-E911-4BA4-DBB1-6C3AE0BFCF5B}"/>
              </a:ext>
            </a:extLst>
          </p:cNvPr>
          <p:cNvSpPr txBox="1"/>
          <p:nvPr/>
        </p:nvSpPr>
        <p:spPr>
          <a:xfrm>
            <a:off x="585245" y="2127342"/>
            <a:ext cx="141058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Policy Audit (Rule Analyst)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ED2750-2E43-7E1D-F699-41C860AD7589}"/>
              </a:ext>
            </a:extLst>
          </p:cNvPr>
          <p:cNvSpPr txBox="1"/>
          <p:nvPr/>
        </p:nvSpPr>
        <p:spPr>
          <a:xfrm>
            <a:off x="578575" y="3141161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Testing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E59A0FC-8108-AD97-459A-939F49F9A760}"/>
              </a:ext>
            </a:extLst>
          </p:cNvPr>
          <p:cNvGrpSpPr/>
          <p:nvPr/>
        </p:nvGrpSpPr>
        <p:grpSpPr>
          <a:xfrm>
            <a:off x="2677631" y="192165"/>
            <a:ext cx="4924648" cy="4576190"/>
            <a:chOff x="2677631" y="192165"/>
            <a:chExt cx="4924648" cy="457619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697844B-56F6-F623-E3DF-E1096361D6BE}"/>
                </a:ext>
              </a:extLst>
            </p:cNvPr>
            <p:cNvSpPr txBox="1"/>
            <p:nvPr/>
          </p:nvSpPr>
          <p:spPr>
            <a:xfrm>
              <a:off x="2677631" y="628546"/>
              <a:ext cx="4924648" cy="923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ZPL Editor</a:t>
              </a:r>
            </a:p>
            <a:p>
              <a:endParaRPr lang="en-US" dirty="0"/>
            </a:p>
            <a:p>
              <a:r>
                <a:rPr lang="en-US" dirty="0"/>
                <a:t>                                    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27A3477-164C-60D9-099D-177D17D7A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77631" y="1702915"/>
              <a:ext cx="4924648" cy="306544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1337EF-B72F-8152-96F6-19C49073B1FB}"/>
                </a:ext>
              </a:extLst>
            </p:cNvPr>
            <p:cNvSpPr txBox="1"/>
            <p:nvPr/>
          </p:nvSpPr>
          <p:spPr>
            <a:xfrm>
              <a:off x="3841862" y="691862"/>
              <a:ext cx="1013447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 err="1"/>
                <a:t>NameSpace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424E73-72C7-F7D6-BA8A-5F09C1F26F73}"/>
                </a:ext>
              </a:extLst>
            </p:cNvPr>
            <p:cNvSpPr txBox="1"/>
            <p:nvPr/>
          </p:nvSpPr>
          <p:spPr>
            <a:xfrm>
              <a:off x="6318516" y="738988"/>
              <a:ext cx="506724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Save</a:t>
              </a:r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53E5E2-2DD4-B059-6CDE-25FEF9896174}"/>
                </a:ext>
              </a:extLst>
            </p:cNvPr>
            <p:cNvSpPr txBox="1"/>
            <p:nvPr/>
          </p:nvSpPr>
          <p:spPr>
            <a:xfrm>
              <a:off x="6869782" y="716479"/>
              <a:ext cx="687955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Clear</a:t>
              </a:r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1B4538-7B7E-273F-74E5-BCBC261F51E0}"/>
                </a:ext>
              </a:extLst>
            </p:cNvPr>
            <p:cNvSpPr txBox="1"/>
            <p:nvPr/>
          </p:nvSpPr>
          <p:spPr>
            <a:xfrm>
              <a:off x="2748844" y="1766240"/>
              <a:ext cx="587139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ZPL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1A8F90-81F1-65B2-B5C9-5608B2C7208D}"/>
                </a:ext>
              </a:extLst>
            </p:cNvPr>
            <p:cNvSpPr txBox="1"/>
            <p:nvPr/>
          </p:nvSpPr>
          <p:spPr>
            <a:xfrm>
              <a:off x="4885424" y="685582"/>
              <a:ext cx="1210576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Entity - Class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3823DD-0B82-B953-CF95-E155E5C1B6D4}"/>
                </a:ext>
              </a:extLst>
            </p:cNvPr>
            <p:cNvSpPr txBox="1"/>
            <p:nvPr/>
          </p:nvSpPr>
          <p:spPr>
            <a:xfrm>
              <a:off x="6701959" y="1691003"/>
              <a:ext cx="855778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Delete ALL</a:t>
              </a:r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89D901-7F1E-5BF0-358E-A940DBB1748B}"/>
                </a:ext>
              </a:extLst>
            </p:cNvPr>
            <p:cNvSpPr txBox="1"/>
            <p:nvPr/>
          </p:nvSpPr>
          <p:spPr>
            <a:xfrm>
              <a:off x="4269680" y="2825480"/>
              <a:ext cx="2224959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Definitions (classes and Rules)</a:t>
              </a:r>
              <a:endParaRPr 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31AF7B-0F5C-B07A-1D21-8D7BA5190F25}"/>
                </a:ext>
              </a:extLst>
            </p:cNvPr>
            <p:cNvSpPr txBox="1"/>
            <p:nvPr/>
          </p:nvSpPr>
          <p:spPr>
            <a:xfrm>
              <a:off x="2722173" y="1103801"/>
              <a:ext cx="488010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Input New ZPL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E898D9E-E1C3-99CE-FD91-92BA5EE14FDA}"/>
                </a:ext>
              </a:extLst>
            </p:cNvPr>
            <p:cNvSpPr txBox="1"/>
            <p:nvPr/>
          </p:nvSpPr>
          <p:spPr>
            <a:xfrm>
              <a:off x="3452624" y="1768507"/>
              <a:ext cx="77847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Table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B1A24D-F803-D9E0-4422-866716E6FD7E}"/>
                </a:ext>
              </a:extLst>
            </p:cNvPr>
            <p:cNvSpPr txBox="1"/>
            <p:nvPr/>
          </p:nvSpPr>
          <p:spPr>
            <a:xfrm>
              <a:off x="5616520" y="1715710"/>
              <a:ext cx="855778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Show ALL</a:t>
              </a: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E2582E9-4F99-653C-925E-B39919878AEF}"/>
                </a:ext>
              </a:extLst>
            </p:cNvPr>
            <p:cNvSpPr txBox="1"/>
            <p:nvPr/>
          </p:nvSpPr>
          <p:spPr>
            <a:xfrm>
              <a:off x="4504040" y="192165"/>
              <a:ext cx="3053697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User. |   User Guide.  |. Profile. |   Sign out</a:t>
              </a:r>
              <a:endParaRPr lang="en-US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601CAAF-E93F-00C3-1854-42F0E7CE7472}"/>
              </a:ext>
            </a:extLst>
          </p:cNvPr>
          <p:cNvSpPr txBox="1"/>
          <p:nvPr/>
        </p:nvSpPr>
        <p:spPr>
          <a:xfrm>
            <a:off x="578576" y="156790"/>
            <a:ext cx="196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ZPR Policy Builder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0FC5A8-331A-3B75-03D5-0FD92D8C9655}"/>
              </a:ext>
            </a:extLst>
          </p:cNvPr>
          <p:cNvSpPr txBox="1"/>
          <p:nvPr/>
        </p:nvSpPr>
        <p:spPr>
          <a:xfrm>
            <a:off x="2624187" y="5247183"/>
            <a:ext cx="1325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Home page</a:t>
            </a:r>
          </a:p>
        </p:txBody>
      </p:sp>
    </p:spTree>
    <p:extLst>
      <p:ext uri="{BB962C8B-B14F-4D97-AF65-F5344CB8AC3E}">
        <p14:creationId xmlns:p14="http://schemas.microsoft.com/office/powerpoint/2010/main" val="194323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97712-C43F-65E6-BB2A-26B6B11C5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A15D19-3EA3-1999-03A3-0D8E0D40BF88}"/>
              </a:ext>
            </a:extLst>
          </p:cNvPr>
          <p:cNvSpPr txBox="1"/>
          <p:nvPr/>
        </p:nvSpPr>
        <p:spPr>
          <a:xfrm>
            <a:off x="578576" y="3341121"/>
            <a:ext cx="15134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Namespace</a:t>
            </a:r>
          </a:p>
          <a:p>
            <a:r>
              <a:rPr lang="en-US" dirty="0"/>
              <a:t>Manager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5EDC5-9C72-7A33-C055-4DBB19888C88}"/>
              </a:ext>
            </a:extLst>
          </p:cNvPr>
          <p:cNvSpPr txBox="1"/>
          <p:nvPr/>
        </p:nvSpPr>
        <p:spPr>
          <a:xfrm>
            <a:off x="606870" y="638961"/>
            <a:ext cx="141058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NameSpace</a:t>
            </a:r>
            <a:r>
              <a:rPr lang="en-US" sz="1200" dirty="0"/>
              <a:t> Pulldown selector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70F5E5-FC08-2A2F-2B61-B36B1F3158FC}"/>
              </a:ext>
            </a:extLst>
          </p:cNvPr>
          <p:cNvSpPr txBox="1"/>
          <p:nvPr/>
        </p:nvSpPr>
        <p:spPr>
          <a:xfrm>
            <a:off x="597153" y="4112390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Reports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8EACC1-47B6-5188-132A-6EEBE8CA02A1}"/>
              </a:ext>
            </a:extLst>
          </p:cNvPr>
          <p:cNvSpPr txBox="1"/>
          <p:nvPr/>
        </p:nvSpPr>
        <p:spPr>
          <a:xfrm>
            <a:off x="585245" y="1691003"/>
            <a:ext cx="14538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AI Assist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51030A-7E0C-34E7-FD53-6679CA4AC271}"/>
              </a:ext>
            </a:extLst>
          </p:cNvPr>
          <p:cNvSpPr txBox="1"/>
          <p:nvPr/>
        </p:nvSpPr>
        <p:spPr>
          <a:xfrm>
            <a:off x="606870" y="1181904"/>
            <a:ext cx="14970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Policy Editor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CC3AE6-F8B9-4179-8064-C56996DE666B}"/>
              </a:ext>
            </a:extLst>
          </p:cNvPr>
          <p:cNvSpPr txBox="1"/>
          <p:nvPr/>
        </p:nvSpPr>
        <p:spPr>
          <a:xfrm>
            <a:off x="585245" y="2771619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Policy Audit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8452C1-F17D-BF92-C625-207726F67FA9}"/>
              </a:ext>
            </a:extLst>
          </p:cNvPr>
          <p:cNvSpPr txBox="1"/>
          <p:nvPr/>
        </p:nvSpPr>
        <p:spPr>
          <a:xfrm>
            <a:off x="586752" y="2137839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Testing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2A57B2-D04D-7F56-BCB2-1DD5950C9791}"/>
              </a:ext>
            </a:extLst>
          </p:cNvPr>
          <p:cNvGrpSpPr/>
          <p:nvPr/>
        </p:nvGrpSpPr>
        <p:grpSpPr>
          <a:xfrm>
            <a:off x="3329337" y="638961"/>
            <a:ext cx="3841899" cy="4247317"/>
            <a:chOff x="7889122" y="453775"/>
            <a:chExt cx="3841899" cy="424731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A79936C-D23A-FE7F-1BD9-FE088DB36BD9}"/>
                </a:ext>
              </a:extLst>
            </p:cNvPr>
            <p:cNvSpPr txBox="1"/>
            <p:nvPr/>
          </p:nvSpPr>
          <p:spPr>
            <a:xfrm>
              <a:off x="7889122" y="453775"/>
              <a:ext cx="3841899" cy="42473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Testing Page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  <a:p>
              <a:r>
                <a:rPr lang="en-US" dirty="0"/>
                <a:t>                                   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98B6479-3CF6-B53B-F20E-21960A722E1E}"/>
                </a:ext>
              </a:extLst>
            </p:cNvPr>
            <p:cNvSpPr txBox="1"/>
            <p:nvPr/>
          </p:nvSpPr>
          <p:spPr>
            <a:xfrm>
              <a:off x="8014226" y="993359"/>
              <a:ext cx="3716795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Manual Test</a:t>
              </a:r>
            </a:p>
            <a:p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FD7D68C-62EC-D6DB-DAA9-901F5CEA37C6}"/>
                </a:ext>
              </a:extLst>
            </p:cNvPr>
            <p:cNvSpPr txBox="1"/>
            <p:nvPr/>
          </p:nvSpPr>
          <p:spPr>
            <a:xfrm>
              <a:off x="7957951" y="2125288"/>
              <a:ext cx="3716795" cy="6463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Test Generator</a:t>
              </a:r>
            </a:p>
            <a:p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30D09F-6138-D272-0A15-C66FA2506D3A}"/>
                </a:ext>
              </a:extLst>
            </p:cNvPr>
            <p:cNvSpPr txBox="1"/>
            <p:nvPr/>
          </p:nvSpPr>
          <p:spPr>
            <a:xfrm>
              <a:off x="10928895" y="2217547"/>
              <a:ext cx="460841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Run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73F204C-681C-A728-B7F5-36B5BB1D2412}"/>
                </a:ext>
              </a:extLst>
            </p:cNvPr>
            <p:cNvSpPr txBox="1"/>
            <p:nvPr/>
          </p:nvSpPr>
          <p:spPr>
            <a:xfrm>
              <a:off x="11124289" y="1024137"/>
              <a:ext cx="460841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Add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F42A275-9109-AFE6-86E8-9D70B62C04C5}"/>
                </a:ext>
              </a:extLst>
            </p:cNvPr>
            <p:cNvSpPr txBox="1"/>
            <p:nvPr/>
          </p:nvSpPr>
          <p:spPr>
            <a:xfrm>
              <a:off x="8014226" y="1316524"/>
              <a:ext cx="3716795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Subject.                           Access.                        object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45198BA-D758-23B0-00C2-B8479811CC0D}"/>
                </a:ext>
              </a:extLst>
            </p:cNvPr>
            <p:cNvSpPr txBox="1"/>
            <p:nvPr/>
          </p:nvSpPr>
          <p:spPr>
            <a:xfrm>
              <a:off x="9816348" y="2198424"/>
              <a:ext cx="961040" cy="261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Generate</a:t>
              </a:r>
              <a:endParaRPr lang="en-US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C5C1A107-016A-3629-8E37-A3EA5A95C721}"/>
              </a:ext>
            </a:extLst>
          </p:cNvPr>
          <p:cNvSpPr txBox="1"/>
          <p:nvPr/>
        </p:nvSpPr>
        <p:spPr>
          <a:xfrm>
            <a:off x="578576" y="156790"/>
            <a:ext cx="196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ZPR Policy Builder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9D16DC-F9C9-1D12-BE35-A4BBD5ADB209}"/>
              </a:ext>
            </a:extLst>
          </p:cNvPr>
          <p:cNvSpPr txBox="1"/>
          <p:nvPr/>
        </p:nvSpPr>
        <p:spPr>
          <a:xfrm>
            <a:off x="2624187" y="5247183"/>
            <a:ext cx="1405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Testing Page</a:t>
            </a:r>
          </a:p>
        </p:txBody>
      </p:sp>
    </p:spTree>
    <p:extLst>
      <p:ext uri="{BB962C8B-B14F-4D97-AF65-F5344CB8AC3E}">
        <p14:creationId xmlns:p14="http://schemas.microsoft.com/office/powerpoint/2010/main" val="1339849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2DD63-8BBB-2597-B68A-DA76D9131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6BEF5F-A872-A1C8-498A-4634B615C42D}"/>
              </a:ext>
            </a:extLst>
          </p:cNvPr>
          <p:cNvSpPr txBox="1"/>
          <p:nvPr/>
        </p:nvSpPr>
        <p:spPr>
          <a:xfrm>
            <a:off x="578576" y="3341121"/>
            <a:ext cx="15134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Namespace</a:t>
            </a:r>
          </a:p>
          <a:p>
            <a:r>
              <a:rPr lang="en-US" dirty="0"/>
              <a:t>Manager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47BA5-D659-9F88-996B-DFCFC9EAF200}"/>
              </a:ext>
            </a:extLst>
          </p:cNvPr>
          <p:cNvSpPr txBox="1"/>
          <p:nvPr/>
        </p:nvSpPr>
        <p:spPr>
          <a:xfrm>
            <a:off x="606870" y="638961"/>
            <a:ext cx="141058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NameSpace</a:t>
            </a:r>
            <a:r>
              <a:rPr lang="en-US" sz="1200" dirty="0"/>
              <a:t> Pulldown selector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995AF4-CE25-D9CB-CC59-6CB805935C13}"/>
              </a:ext>
            </a:extLst>
          </p:cNvPr>
          <p:cNvSpPr txBox="1"/>
          <p:nvPr/>
        </p:nvSpPr>
        <p:spPr>
          <a:xfrm>
            <a:off x="597153" y="4112390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Reports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1C8262-3811-8DC3-54AD-4DB7C5C563E3}"/>
              </a:ext>
            </a:extLst>
          </p:cNvPr>
          <p:cNvSpPr txBox="1"/>
          <p:nvPr/>
        </p:nvSpPr>
        <p:spPr>
          <a:xfrm>
            <a:off x="585245" y="1691003"/>
            <a:ext cx="14538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AI Assist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16AB88-F5FC-B390-19EE-62B633D3C4E3}"/>
              </a:ext>
            </a:extLst>
          </p:cNvPr>
          <p:cNvSpPr txBox="1"/>
          <p:nvPr/>
        </p:nvSpPr>
        <p:spPr>
          <a:xfrm>
            <a:off x="606870" y="1181904"/>
            <a:ext cx="14970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Policy Editor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F3331A-6B76-F27C-6A96-9A7B304D120C}"/>
              </a:ext>
            </a:extLst>
          </p:cNvPr>
          <p:cNvSpPr txBox="1"/>
          <p:nvPr/>
        </p:nvSpPr>
        <p:spPr>
          <a:xfrm>
            <a:off x="585245" y="2771619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Policy Audit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B253B9-DE51-E2B6-D578-0F7D0931C16D}"/>
              </a:ext>
            </a:extLst>
          </p:cNvPr>
          <p:cNvSpPr txBox="1"/>
          <p:nvPr/>
        </p:nvSpPr>
        <p:spPr>
          <a:xfrm>
            <a:off x="586752" y="2137839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222929-9035-E9E2-9785-D8CF48DF1C47}"/>
              </a:ext>
            </a:extLst>
          </p:cNvPr>
          <p:cNvSpPr txBox="1"/>
          <p:nvPr/>
        </p:nvSpPr>
        <p:spPr>
          <a:xfrm>
            <a:off x="3335613" y="540684"/>
            <a:ext cx="3841899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AI Assistant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5BED49-0759-1AFC-D711-4538A946AB22}"/>
              </a:ext>
            </a:extLst>
          </p:cNvPr>
          <p:cNvSpPr txBox="1"/>
          <p:nvPr/>
        </p:nvSpPr>
        <p:spPr>
          <a:xfrm>
            <a:off x="3454441" y="1178545"/>
            <a:ext cx="371679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Type in ZPL</a:t>
            </a: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D80A7D-8008-9425-730A-D2BA5CE9CC76}"/>
              </a:ext>
            </a:extLst>
          </p:cNvPr>
          <p:cNvSpPr txBox="1"/>
          <p:nvPr/>
        </p:nvSpPr>
        <p:spPr>
          <a:xfrm>
            <a:off x="3430282" y="2014370"/>
            <a:ext cx="371679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Session conversation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05D52C-05AF-A030-2CBD-1371A4B83E86}"/>
              </a:ext>
            </a:extLst>
          </p:cNvPr>
          <p:cNvSpPr txBox="1"/>
          <p:nvPr/>
        </p:nvSpPr>
        <p:spPr>
          <a:xfrm>
            <a:off x="6204759" y="1235765"/>
            <a:ext cx="75268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Check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E4FB0B-587E-3129-EF52-BEF57FB9E8F3}"/>
              </a:ext>
            </a:extLst>
          </p:cNvPr>
          <p:cNvSpPr txBox="1"/>
          <p:nvPr/>
        </p:nvSpPr>
        <p:spPr>
          <a:xfrm>
            <a:off x="3501093" y="3843820"/>
            <a:ext cx="1867207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Accept.  |  Edit.    | Delete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BC983F-F9B4-182B-2EAF-B2F454F4F409}"/>
              </a:ext>
            </a:extLst>
          </p:cNvPr>
          <p:cNvSpPr txBox="1"/>
          <p:nvPr/>
        </p:nvSpPr>
        <p:spPr>
          <a:xfrm>
            <a:off x="578576" y="156790"/>
            <a:ext cx="196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ZPR Policy Builder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EA05E3-F87D-34D4-D996-EDD223EC665A}"/>
              </a:ext>
            </a:extLst>
          </p:cNvPr>
          <p:cNvSpPr txBox="1"/>
          <p:nvPr/>
        </p:nvSpPr>
        <p:spPr>
          <a:xfrm>
            <a:off x="4939313" y="2507171"/>
            <a:ext cx="1979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Define cat as an animal</a:t>
            </a:r>
          </a:p>
          <a:p>
            <a:r>
              <a:rPr lang="en-US" sz="1200" dirty="0"/>
              <a:t>Define worker as employee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0E5692-7BF7-21A6-18B3-A2E27CE9F1B2}"/>
              </a:ext>
            </a:extLst>
          </p:cNvPr>
          <p:cNvSpPr txBox="1"/>
          <p:nvPr/>
        </p:nvSpPr>
        <p:spPr>
          <a:xfrm>
            <a:off x="3454441" y="2998038"/>
            <a:ext cx="2650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Animal is not a valid class, want me to create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02F86-AA42-0C77-CD3E-50566388961C}"/>
              </a:ext>
            </a:extLst>
          </p:cNvPr>
          <p:cNvSpPr txBox="1"/>
          <p:nvPr/>
        </p:nvSpPr>
        <p:spPr>
          <a:xfrm>
            <a:off x="3501093" y="3515827"/>
            <a:ext cx="2650125" cy="2769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Define worker as a </a:t>
            </a:r>
            <a:r>
              <a:rPr lang="en-US" sz="1200" dirty="0" err="1"/>
              <a:t>corp.employee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FCEC3-73AE-1777-034E-7EE048891FDE}"/>
              </a:ext>
            </a:extLst>
          </p:cNvPr>
          <p:cNvSpPr txBox="1"/>
          <p:nvPr/>
        </p:nvSpPr>
        <p:spPr>
          <a:xfrm>
            <a:off x="2624187" y="5247183"/>
            <a:ext cx="1355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 Assistant</a:t>
            </a:r>
          </a:p>
        </p:txBody>
      </p:sp>
    </p:spTree>
    <p:extLst>
      <p:ext uri="{BB962C8B-B14F-4D97-AF65-F5344CB8AC3E}">
        <p14:creationId xmlns:p14="http://schemas.microsoft.com/office/powerpoint/2010/main" val="68765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54375-D62B-4D5C-70A5-DEB304D0D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7CB126-1958-4B11-8051-F69C6664617C}"/>
              </a:ext>
            </a:extLst>
          </p:cNvPr>
          <p:cNvSpPr txBox="1"/>
          <p:nvPr/>
        </p:nvSpPr>
        <p:spPr>
          <a:xfrm>
            <a:off x="578576" y="3341121"/>
            <a:ext cx="151343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Namespace</a:t>
            </a:r>
          </a:p>
          <a:p>
            <a:r>
              <a:rPr lang="en-US" dirty="0"/>
              <a:t>Manager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EEACE-48ED-EFBB-3C87-60FB69095D14}"/>
              </a:ext>
            </a:extLst>
          </p:cNvPr>
          <p:cNvSpPr txBox="1"/>
          <p:nvPr/>
        </p:nvSpPr>
        <p:spPr>
          <a:xfrm>
            <a:off x="606870" y="638961"/>
            <a:ext cx="141058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 err="1"/>
              <a:t>NameSpace</a:t>
            </a:r>
            <a:r>
              <a:rPr lang="en-US" sz="1200" dirty="0"/>
              <a:t> Pulldown selector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18FA72-BC31-DC57-9DF8-977D66C0A247}"/>
              </a:ext>
            </a:extLst>
          </p:cNvPr>
          <p:cNvSpPr txBox="1"/>
          <p:nvPr/>
        </p:nvSpPr>
        <p:spPr>
          <a:xfrm>
            <a:off x="597153" y="4112390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Reports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D88F23-F67A-8F0F-C14A-CEB488DA929E}"/>
              </a:ext>
            </a:extLst>
          </p:cNvPr>
          <p:cNvSpPr txBox="1"/>
          <p:nvPr/>
        </p:nvSpPr>
        <p:spPr>
          <a:xfrm>
            <a:off x="585245" y="1691003"/>
            <a:ext cx="145383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AI Assist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D7F3E5-3CEC-BEA7-829B-8BA5A7E7A912}"/>
              </a:ext>
            </a:extLst>
          </p:cNvPr>
          <p:cNvSpPr txBox="1"/>
          <p:nvPr/>
        </p:nvSpPr>
        <p:spPr>
          <a:xfrm>
            <a:off x="606870" y="1181904"/>
            <a:ext cx="14970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Policy Editor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48F0B1-4446-4C3D-B72B-40157B753F96}"/>
              </a:ext>
            </a:extLst>
          </p:cNvPr>
          <p:cNvSpPr txBox="1"/>
          <p:nvPr/>
        </p:nvSpPr>
        <p:spPr>
          <a:xfrm>
            <a:off x="585245" y="2771619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Policy Audit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BF6756-4179-4D59-94C7-DE1137F92FC1}"/>
              </a:ext>
            </a:extLst>
          </p:cNvPr>
          <p:cNvSpPr txBox="1"/>
          <p:nvPr/>
        </p:nvSpPr>
        <p:spPr>
          <a:xfrm>
            <a:off x="586752" y="2137839"/>
            <a:ext cx="14105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127A4-8A1A-0E39-3540-75D62CD1E07D}"/>
              </a:ext>
            </a:extLst>
          </p:cNvPr>
          <p:cNvSpPr txBox="1"/>
          <p:nvPr/>
        </p:nvSpPr>
        <p:spPr>
          <a:xfrm>
            <a:off x="3176429" y="544971"/>
            <a:ext cx="3841899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Name space Manager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99C4F0-1BBC-0D34-D9B5-0E6684D5DAF4}"/>
              </a:ext>
            </a:extLst>
          </p:cNvPr>
          <p:cNvSpPr txBox="1"/>
          <p:nvPr/>
        </p:nvSpPr>
        <p:spPr>
          <a:xfrm>
            <a:off x="578576" y="156790"/>
            <a:ext cx="196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ZPR Policy Builder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2C76A8-E88C-D556-AFDC-5487F6F2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265" y="1032638"/>
            <a:ext cx="2692400" cy="4165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A7F4E7-C727-DDD0-9E92-52961257CF44}"/>
              </a:ext>
            </a:extLst>
          </p:cNvPr>
          <p:cNvSpPr txBox="1"/>
          <p:nvPr/>
        </p:nvSpPr>
        <p:spPr>
          <a:xfrm>
            <a:off x="1017808" y="5755634"/>
            <a:ext cx="283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Namespace Manager Page</a:t>
            </a:r>
          </a:p>
        </p:txBody>
      </p:sp>
    </p:spTree>
    <p:extLst>
      <p:ext uri="{BB962C8B-B14F-4D97-AF65-F5344CB8AC3E}">
        <p14:creationId xmlns:p14="http://schemas.microsoft.com/office/powerpoint/2010/main" val="1095151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176</Words>
  <Application>Microsoft Macintosh PowerPoint</Application>
  <PresentationFormat>Widescreen</PresentationFormat>
  <Paragraphs>122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Lew Tucker</dc:creator>
  <cp:lastModifiedBy>Lew Tucker</cp:lastModifiedBy>
  <cp:revision>4</cp:revision>
  <dcterms:created xsi:type="dcterms:W3CDTF">2026-05-04T16:41:30Z</dcterms:created>
  <dcterms:modified xsi:type="dcterms:W3CDTF">2026-05-04T17:45:42Z</dcterms:modified>
</cp:coreProperties>
</file>